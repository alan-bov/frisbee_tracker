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E9338-110E-A151-B95E-46371723D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F97C0-5896-BCD9-8B6A-5148FEAE6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D4031-74C5-6138-C149-5BAFFDBB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03FE-2496-479C-8E5F-D40EF9E64CF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1A991-EA13-D2BB-6F11-AAA48C81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4318D-B1C1-3882-FBB1-7E102C77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D09C0-4A3B-4AF4-9FD5-2F8BEFDBD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4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776B-876D-939B-D052-F5A34D28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FFA8D-6122-FC75-159E-CFC66F701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FFCF3-32A1-EAEF-82FF-8195FAA2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03FE-2496-479C-8E5F-D40EF9E64CF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EFC3E-6B89-EC8A-2EA1-6D7D3904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BF8A5-140D-6AFC-B9F0-2E72AD14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D09C0-4A3B-4AF4-9FD5-2F8BEFDBD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2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CF9C-B644-5A12-5F47-EBD1AD065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4C48B-0E40-60B2-F352-A4757F158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0B05E-1FDB-68F5-ABCC-67380D727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03FE-2496-479C-8E5F-D40EF9E64CF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D806E-E75B-1288-FCAA-4EA95E44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DE601-C9D9-F7C9-153C-0C353846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D09C0-4A3B-4AF4-9FD5-2F8BEFDBD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34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07BDB-DDBA-0262-57E8-83CC9C35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0FD34-186B-58A1-EE7E-EA5FEFDC8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993D3-3428-3AAA-C5E1-D3DC3DAF9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14B6E-1616-4C0D-0584-C9FA68635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03FE-2496-479C-8E5F-D40EF9E64CF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48BF7-14A1-D085-DCCD-C69BACCBC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4D8C8A-43DE-2F22-D1E7-D4660AF5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D09C0-4A3B-4AF4-9FD5-2F8BEFDBD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9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6FF11-E456-6F50-18DD-F4896B09A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72828-A478-0DDD-E894-E23F75F1F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09B15-5B7A-F58A-650A-935BBD84E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09A995-CAB7-2C4B-B057-56CBFCE85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CC603D-53E4-8F7D-B25D-77114A2FF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730335-7783-3300-2882-98804D1E9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03FE-2496-479C-8E5F-D40EF9E64CF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FBBB38-330D-39C4-5A6E-F28FB61A0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47461-303D-B2C1-4E2F-C530ED13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D09C0-4A3B-4AF4-9FD5-2F8BEFDBD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4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D385-0F8A-D13A-AA8B-28FBA10DD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1DFFAA-8402-92BB-B6C7-C01C423E8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03FE-2496-479C-8E5F-D40EF9E64CF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457D20-AC7C-000D-5E95-E4BF807D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BA04F-F680-9359-D895-A57B23D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D09C0-4A3B-4AF4-9FD5-2F8BEFDBD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09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E46B0-3C3E-5394-3E6B-F29A605C1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03FE-2496-479C-8E5F-D40EF9E64CF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67D5E-D6D0-F756-24D0-EEBDFD9E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CAC02-A9BE-6FE0-C272-EA66B4F3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D09C0-4A3B-4AF4-9FD5-2F8BEFDBD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68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148C-9BA5-6407-6B06-22563D8A8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5E684-95B7-5A2E-DFF3-F966C2ADE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A8AD0-94ED-AF6F-AE1E-0B9C2C59E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8416C-E804-E475-D87B-F8FD059C9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03FE-2496-479C-8E5F-D40EF9E64CF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C25F6-3390-4F9B-F832-E22D977F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5C777-6999-F44C-19D4-D76F22DE4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D09C0-4A3B-4AF4-9FD5-2F8BEFDBD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43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21ECD-9111-B993-9826-B337026DA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5C8E7C-E068-6A17-FCAD-C67311ECD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8CABA-B7A5-E086-918C-2B862C584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EE5D4-E3A0-2A45-8F61-397F0E74A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03FE-2496-479C-8E5F-D40EF9E64CF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A80F3-FE0A-F9C1-8556-1E90625E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B5E2A-8E3C-3D08-481F-98939931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D09C0-4A3B-4AF4-9FD5-2F8BEFDBD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A95CE-E760-69E9-A6C1-17385E33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D4C4C-7F66-F237-AE01-498CEF931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05D09-AB3E-9E2D-52D0-9F2C1497E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03FE-2496-479C-8E5F-D40EF9E64CF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7FADD-EF89-FAB8-1D7A-D4F0EF8D2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D672C-AB4D-2F48-C36C-DD99FF881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D09C0-4A3B-4AF4-9FD5-2F8BEFDBD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62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28923-B21B-867F-A5C5-DBC5381DEB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813A1-0FFB-BADF-7A64-D612678C8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75B48-2450-C20A-FD8A-D9BDE4BF1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A03FE-2496-479C-8E5F-D40EF9E64CF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1FBD0-210B-98E8-2DE4-914DE9940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AEC30-3071-D191-EF75-4CD711C0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D09C0-4A3B-4AF4-9FD5-2F8BEFDBD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9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54660F-2472-3B64-1597-66AAC75F5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3CC6B-7639-36CC-2BDB-827829EDA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583B-02C3-2A12-1952-82B960329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3A03FE-2496-479C-8E5F-D40EF9E64CF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37BE1-204A-5F54-0F75-9B8E8876F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B2900-EDF2-8AEE-2703-FA2452416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D09C0-4A3B-4AF4-9FD5-2F8BEFDBD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6F7AF8-C967-0935-F0D1-6914707E7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17" y="131896"/>
            <a:ext cx="5162059" cy="6181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9B3145-019D-1609-82D3-B9A6F061CCC1}"/>
              </a:ext>
            </a:extLst>
          </p:cNvPr>
          <p:cNvSpPr txBox="1"/>
          <p:nvPr/>
        </p:nvSpPr>
        <p:spPr>
          <a:xfrm>
            <a:off x="2759024" y="3121223"/>
            <a:ext cx="87517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SDA 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E5D7A-6424-CE42-3EA2-1FFAEA444E5E}"/>
              </a:ext>
            </a:extLst>
          </p:cNvPr>
          <p:cNvSpPr txBox="1"/>
          <p:nvPr/>
        </p:nvSpPr>
        <p:spPr>
          <a:xfrm>
            <a:off x="2759024" y="3429000"/>
            <a:ext cx="87517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SCL 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C1B5B9-811F-F921-E4C9-67795801FBBF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634200" y="3275112"/>
            <a:ext cx="1053179" cy="48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735208-226A-0078-1FE8-87B873D4F02F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634200" y="3477774"/>
            <a:ext cx="1053179" cy="1051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5EC9378-5541-CA86-1286-9BF5DB4CFA3D}"/>
              </a:ext>
            </a:extLst>
          </p:cNvPr>
          <p:cNvSpPr txBox="1"/>
          <p:nvPr/>
        </p:nvSpPr>
        <p:spPr>
          <a:xfrm>
            <a:off x="266666" y="6278041"/>
            <a:ext cx="4572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Default I2C address of BMI 323 is 0x68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D73832-9432-5F9D-21DD-47022077B0A9}"/>
              </a:ext>
            </a:extLst>
          </p:cNvPr>
          <p:cNvSpPr txBox="1"/>
          <p:nvPr/>
        </p:nvSpPr>
        <p:spPr>
          <a:xfrm rot="5400000">
            <a:off x="4131610" y="5468121"/>
            <a:ext cx="9525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D1 Toggle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1768C3-3CE6-F651-F39A-9594856C3B00}"/>
              </a:ext>
            </a:extLst>
          </p:cNvPr>
          <p:cNvSpPr txBox="1"/>
          <p:nvPr/>
        </p:nvSpPr>
        <p:spPr>
          <a:xfrm rot="5400000">
            <a:off x="4439387" y="5468121"/>
            <a:ext cx="9525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D2 Toggle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93B4FD-DEF2-E3C4-457C-61FC660DC399}"/>
              </a:ext>
            </a:extLst>
          </p:cNvPr>
          <p:cNvSpPr txBox="1"/>
          <p:nvPr/>
        </p:nvSpPr>
        <p:spPr>
          <a:xfrm rot="5400000">
            <a:off x="4740086" y="5468121"/>
            <a:ext cx="9525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D3 Toggle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B3B37C-44F8-EF1F-424E-4E22D7C60EF3}"/>
              </a:ext>
            </a:extLst>
          </p:cNvPr>
          <p:cNvSpPr txBox="1"/>
          <p:nvPr/>
        </p:nvSpPr>
        <p:spPr>
          <a:xfrm rot="5400000">
            <a:off x="5047576" y="5468121"/>
            <a:ext cx="9525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D4 Toggle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22FB96-16CF-7C55-2CA3-C09D1173BD21}"/>
              </a:ext>
            </a:extLst>
          </p:cNvPr>
          <p:cNvCxnSpPr>
            <a:cxnSpLocks/>
            <a:stCxn id="15" idx="1"/>
          </p:cNvCxnSpPr>
          <p:nvPr/>
        </p:nvCxnSpPr>
        <p:spPr>
          <a:xfrm flipV="1">
            <a:off x="4607877" y="3959942"/>
            <a:ext cx="523980" cy="1185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741747-E12E-9292-B2ED-1FDE415219B5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4915654" y="3959941"/>
            <a:ext cx="424032" cy="11858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8909477-3C66-E7EA-18AB-3CA9876E4F47}"/>
              </a:ext>
            </a:extLst>
          </p:cNvPr>
          <p:cNvCxnSpPr>
            <a:cxnSpLocks/>
            <a:stCxn id="17" idx="1"/>
          </p:cNvCxnSpPr>
          <p:nvPr/>
        </p:nvCxnSpPr>
        <p:spPr>
          <a:xfrm flipV="1">
            <a:off x="5216353" y="3959940"/>
            <a:ext cx="307490" cy="11858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3C08EA6-76DF-136B-C0C1-8643AAA221D1}"/>
              </a:ext>
            </a:extLst>
          </p:cNvPr>
          <p:cNvCxnSpPr>
            <a:cxnSpLocks/>
            <a:stCxn id="18" idx="1"/>
          </p:cNvCxnSpPr>
          <p:nvPr/>
        </p:nvCxnSpPr>
        <p:spPr>
          <a:xfrm flipV="1">
            <a:off x="5523843" y="3959939"/>
            <a:ext cx="184157" cy="1185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3D8DB0C-3425-4AE6-0C77-C788937B6CAC}"/>
              </a:ext>
            </a:extLst>
          </p:cNvPr>
          <p:cNvSpPr txBox="1"/>
          <p:nvPr/>
        </p:nvSpPr>
        <p:spPr>
          <a:xfrm rot="5400000">
            <a:off x="6653557" y="5920900"/>
            <a:ext cx="9525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PGOOD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F5EFB7-F20F-C9A6-0D95-1558B51218EB}"/>
              </a:ext>
            </a:extLst>
          </p:cNvPr>
          <p:cNvSpPr txBox="1"/>
          <p:nvPr/>
        </p:nvSpPr>
        <p:spPr>
          <a:xfrm rot="5400000">
            <a:off x="6953968" y="5920901"/>
            <a:ext cx="9525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CHG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16044F0-57FD-A09D-E8D8-EC6C776947DC}"/>
              </a:ext>
            </a:extLst>
          </p:cNvPr>
          <p:cNvCxnSpPr>
            <a:cxnSpLocks/>
          </p:cNvCxnSpPr>
          <p:nvPr/>
        </p:nvCxnSpPr>
        <p:spPr>
          <a:xfrm flipH="1" flipV="1">
            <a:off x="5861601" y="3959939"/>
            <a:ext cx="1268577" cy="1638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C193A31-133E-3201-6FEB-7D3275256B9B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6037079" y="3959938"/>
            <a:ext cx="1393156" cy="16385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F9D3A28-8EF7-C9D5-157C-34849E4EC4FD}"/>
              </a:ext>
            </a:extLst>
          </p:cNvPr>
          <p:cNvSpPr txBox="1"/>
          <p:nvPr/>
        </p:nvSpPr>
        <p:spPr>
          <a:xfrm>
            <a:off x="7648322" y="5728945"/>
            <a:ext cx="29746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From BQ24072RGTT</a:t>
            </a:r>
          </a:p>
          <a:p>
            <a:r>
              <a:rPr lang="en-US" sz="1400" dirty="0"/>
              <a:t>PGOOD on when charging complete</a:t>
            </a:r>
          </a:p>
          <a:p>
            <a:r>
              <a:rPr lang="en-US" sz="1400" dirty="0"/>
              <a:t>CHG on during charging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3BBF20-206F-5321-5AA5-62B0B93D4922}"/>
              </a:ext>
            </a:extLst>
          </p:cNvPr>
          <p:cNvSpPr txBox="1"/>
          <p:nvPr/>
        </p:nvSpPr>
        <p:spPr>
          <a:xfrm>
            <a:off x="7628238" y="4837965"/>
            <a:ext cx="9525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INT1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B60F92-72CE-9BF3-86FC-689513F83B90}"/>
              </a:ext>
            </a:extLst>
          </p:cNvPr>
          <p:cNvSpPr txBox="1"/>
          <p:nvPr/>
        </p:nvSpPr>
        <p:spPr>
          <a:xfrm>
            <a:off x="7628238" y="4518427"/>
            <a:ext cx="9525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INT2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C85B99-749F-F411-38B7-AA095ED0C53E}"/>
              </a:ext>
            </a:extLst>
          </p:cNvPr>
          <p:cNvCxnSpPr>
            <a:cxnSpLocks/>
            <a:stCxn id="40" idx="1"/>
          </p:cNvCxnSpPr>
          <p:nvPr/>
        </p:nvCxnSpPr>
        <p:spPr>
          <a:xfrm flipH="1" flipV="1">
            <a:off x="6891793" y="3959936"/>
            <a:ext cx="736445" cy="10319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E401855-3B02-0131-A0A5-4029E60119F2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7075950" y="3959192"/>
            <a:ext cx="552288" cy="7131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7203022-C09E-AFFC-7B03-5699C8A4D0B3}"/>
              </a:ext>
            </a:extLst>
          </p:cNvPr>
          <p:cNvSpPr txBox="1"/>
          <p:nvPr/>
        </p:nvSpPr>
        <p:spPr>
          <a:xfrm>
            <a:off x="8614028" y="4571035"/>
            <a:ext cx="2274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From BMI323</a:t>
            </a:r>
          </a:p>
          <a:p>
            <a:r>
              <a:rPr lang="en-US" sz="1400" dirty="0"/>
              <a:t>INT1 and INT2 configurable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8A8EE9-F378-ED10-126D-91E4A02C2BA1}"/>
              </a:ext>
            </a:extLst>
          </p:cNvPr>
          <p:cNvSpPr txBox="1"/>
          <p:nvPr/>
        </p:nvSpPr>
        <p:spPr>
          <a:xfrm>
            <a:off x="2255593" y="5338749"/>
            <a:ext cx="2076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Charging LED indicators</a:t>
            </a:r>
          </a:p>
          <a:p>
            <a:r>
              <a:rPr lang="en-US" sz="1400" dirty="0"/>
              <a:t>D1 on top, D4 on bottom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11C916-2711-267B-EF69-0A5D495DC36F}"/>
              </a:ext>
            </a:extLst>
          </p:cNvPr>
          <p:cNvSpPr txBox="1"/>
          <p:nvPr/>
        </p:nvSpPr>
        <p:spPr>
          <a:xfrm>
            <a:off x="2564675" y="2617834"/>
            <a:ext cx="10695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/>
              <a:t>V_bat</a:t>
            </a:r>
            <a:r>
              <a:rPr lang="en-US" sz="1400" dirty="0"/>
              <a:t> Input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69920D-C3DB-D540-B415-F04E15C9C825}"/>
              </a:ext>
            </a:extLst>
          </p:cNvPr>
          <p:cNvSpPr txBox="1"/>
          <p:nvPr/>
        </p:nvSpPr>
        <p:spPr>
          <a:xfrm>
            <a:off x="629338" y="3167390"/>
            <a:ext cx="2129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From BMI323</a:t>
            </a:r>
          </a:p>
          <a:p>
            <a:r>
              <a:rPr lang="en-US" sz="1400" dirty="0"/>
              <a:t>I2C communication lines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EF29123-6D3A-EA6E-E514-211D65F4251C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3634200" y="2771723"/>
            <a:ext cx="1127565" cy="1771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36D2274-E75F-1BA9-118A-1CBA38F6C61C}"/>
              </a:ext>
            </a:extLst>
          </p:cNvPr>
          <p:cNvSpPr txBox="1"/>
          <p:nvPr/>
        </p:nvSpPr>
        <p:spPr>
          <a:xfrm>
            <a:off x="678838" y="2510112"/>
            <a:ext cx="1885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Analog reading of</a:t>
            </a:r>
          </a:p>
          <a:p>
            <a:r>
              <a:rPr lang="en-US" sz="1400" dirty="0"/>
              <a:t>voltage across battery</a:t>
            </a:r>
          </a:p>
        </p:txBody>
      </p:sp>
    </p:spTree>
    <p:extLst>
      <p:ext uri="{BB962C8B-B14F-4D97-AF65-F5344CB8AC3E}">
        <p14:creationId xmlns:p14="http://schemas.microsoft.com/office/powerpoint/2010/main" val="924985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68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Bovee</dc:creator>
  <cp:lastModifiedBy>Alan Bovee</cp:lastModifiedBy>
  <cp:revision>12</cp:revision>
  <dcterms:created xsi:type="dcterms:W3CDTF">2025-11-06T14:41:52Z</dcterms:created>
  <dcterms:modified xsi:type="dcterms:W3CDTF">2025-11-06T15:04:52Z</dcterms:modified>
</cp:coreProperties>
</file>